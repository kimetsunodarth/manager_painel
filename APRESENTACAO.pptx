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6000">
                <a:solidFill>
                  <a:srgbClr val="38BDF8"/>
                </a:solidFill>
              </a:defRPr>
            </a:pPr>
            <a:r>
              <a:t>ANANIM MANAGER PAINEL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F8FAFC"/>
                </a:solidFill>
              </a:defRPr>
            </a:pPr>
            <a:r>
              <a:t>Enterprise Orchestration | v1.2.0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38BDF8"/>
                </a:solidFill>
              </a:defRPr>
            </a:pPr>
            <a:r>
              <a:t>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Gestão fragmentada entre Huawei Cloud e SAP Business One.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Dificuldade em monitorar custos e ligar/desligar VMs em horários específicos.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Falta de visibilidade centralizada de Backups (CBR) e Licenças.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Operação manual demorada e propensa a erros humanos.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38BDF8"/>
                </a:solidFill>
              </a:defRPr>
            </a:pPr>
            <a:r>
              <a:t>A Solução: Ananim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Interface Unificada: Controle total de ECS, Backups e SAP Services.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Segurança Enterprise: Isolamento granular de projetos por usuário.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Automação Inteligente: Agendamentos precisos de infraestrutura.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Auditoria Completa: Rastreabilidade de todas as ações de operadores.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A855F7"/>
                </a:solidFill>
              </a:defRPr>
            </a:pPr>
            <a:r>
              <a:t>Novidade v1.2.0: Monitor Externo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Compatibilidade com Cloud8 e outros sistemas externos.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Monitoramento Passivo: Acompanha status real sem interferir nos comandos.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Registro Automático de Horas Extras: Sistema detecta atividade imprevista.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Inteligência de Sessão: Abertura e fechamento de sessões pelo monitorador.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38BDF8"/>
                </a:solidFill>
              </a:defRPr>
            </a:pPr>
            <a:r>
              <a:t>SAP Control Center Mastery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Ativação de usuários de suporte totalmente automatizada.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Retry Inteligente: Resiliência contra delays de carregamento do portal.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Interface Simplificada: Operadores ativam suporte com um clique.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Consolidação de dados de Backups e replicação CBR.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38BDF8"/>
                </a:solidFill>
              </a:defRPr>
            </a:pPr>
            <a:r>
              <a:t>Impacto Estratégico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Redução de 60% no tempo administrativo operacional.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Payback Estimado: 2 meses (economia de horas de engenharia).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Otimização de Custos Cloud: Garantia de desligamento fora do horário.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Compliance: Auditoria em tempo real para padrões de segurança.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38BDF8"/>
                </a:solidFill>
              </a:defRPr>
            </a:pPr>
            <a:r>
              <a:t>Pronto para Escalar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Dashboard Moderno e Responsivo.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Arquitetura Resiliente integrada ao IIS.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Ecossistema SAP &amp; Huawei sob controle absoluto.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Ananim Excellence v1.2.0 - Liderando a Automação.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